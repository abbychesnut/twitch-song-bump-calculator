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A54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80" d="100"/>
          <a:sy n="80" d="100"/>
        </p:scale>
        <p:origin x="96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2AD3-23B4-C6CC-D1C3-F10DAD6C8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84892-A435-8957-BA09-029D28481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9230B-A3C1-9595-C385-11E3C740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FB22D-C4DC-E9A7-B2AA-6BDBF889E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0A1B6-2A40-256F-34DF-2C33BC669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53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37FB-CF38-B310-0824-27CC73871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8A6BE-4A98-F409-A387-0EB2F165C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015D2-AA91-D782-34BB-E926643B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3449-FAFB-4616-7F66-827CBA2E0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DCB92-EEE0-0D22-1FE3-1F2649A21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40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D163-C0F8-E8F0-FC6A-E08BDF30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29C19-F5C7-65CA-0E9A-1CB58BA0A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549F5-9AE4-568A-C9F3-8306FA654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36EEB-CBFE-3266-7037-5AC76246F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46D87-BEBB-E66A-AEFD-F8B26D0EF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69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C3A3-40B4-F826-673F-40669579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9ACE-3DEA-9FE4-E0A0-6382726E9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175BD-9DCC-3257-854F-9D679DE9A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9E5E6-1956-22FD-A47E-81A41C92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44C0B-9B5E-E41E-D889-30B8F3BC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7931D-A04B-5D0E-7C91-A920B2B9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5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EB6C-5533-1CB5-C5D9-9E92BF34B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00A65-189F-6603-2BEA-EE81AEE33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8FA33-DBA8-2FFA-EE9C-6677608C3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C162B-EC58-FB78-8803-37E2EDCD4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EE6D19-37C3-9A30-56D0-B3912F58C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9958E-4A7B-119E-AEDA-65406D1E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EA452-530B-0DF2-3FF9-6FDDACB1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866ED-BC3E-3B12-7943-61B3D12DF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8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C88E-9D43-9157-7B51-9EAA0C57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73F2B-1AEF-F1D2-93EB-22E66BE3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58235-7D87-D430-3CF3-F5FC8EA5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61DFA4-A9C2-CFB2-F619-63846598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8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D571C3-89C0-7467-5F55-35705A015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F1AEC-B8E3-ADDA-283A-C86C9688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8A759-B979-3BDF-19C4-A06938CF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0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88CDF-2122-77F3-FFBF-6163EA4C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FDFB-54A2-CD74-B33F-48250FA90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185BD-90E8-8128-AF74-C3E539CA2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38B6D-EDFC-5E29-345E-C9C258C3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9E3A6-7F3C-B2E3-1962-93EA190E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E37EA-3488-AF37-2C82-EF204F91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A279-BD2C-D48F-BCA4-09DC62E0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E98873-457F-2E5A-DED1-CF9087A5E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5D6B7-E3A5-459C-7983-A8D6465B7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37A8E-E6B4-4875-EC78-C213F839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50162-570B-4325-B5A5-8DDF9188A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F3994-7648-6E13-368C-2421AB3D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43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DE45F-8A13-98EE-2CF1-B27037F23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E8E2F-9CCD-E344-A25C-0DEBC5760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A5E0B-3B75-6A9A-1AE3-03A1B641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EB399-7537-5018-01C8-8098A85B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A1BBF-EF6F-8209-30F9-39963EB3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75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D1C00E-BF48-6EA7-0FB6-46DC8258C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A7F61-5D24-6B94-D586-99DDC88F5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9B7ED-56E9-6C0B-DFEE-A11521D8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23F45-DA46-8B31-EBCE-FE756D052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8172E-7A92-EB5D-0E84-AA69EC04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BCBC8B-45F4-7F03-D3FD-AA82631C1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93F97-DF3E-19FD-0641-9EB9D9E53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65A52-A1E6-2AF1-1B5B-ED8DEF3BF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33364-EEE3-42C0-B460-3A660D07C86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7FC01-9873-83AC-38FC-02F680DF8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8C651-CEA5-572B-61BD-DB003D836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D0A47-238B-46E3-BEE2-3C27569C1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9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4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game&#10;&#10;AI-generated content may be incorrect.">
            <a:extLst>
              <a:ext uri="{FF2B5EF4-FFF2-40B4-BE49-F238E27FC236}">
                <a16:creationId xmlns:a16="http://schemas.microsoft.com/office/drawing/2014/main" id="{7F3808DA-8985-E506-8B81-E92E94AE61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37"/>
          <a:stretch>
            <a:fillRect/>
          </a:stretch>
        </p:blipFill>
        <p:spPr>
          <a:xfrm>
            <a:off x="0" y="324038"/>
            <a:ext cx="3616142" cy="65339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8B879E-73BE-B013-AD94-7443FF526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90776"/>
            <a:ext cx="12191999" cy="1024103"/>
          </a:xfrm>
          <a:custGeom>
            <a:avLst/>
            <a:gdLst>
              <a:gd name="csX0" fmla="*/ 0 w 12191999"/>
              <a:gd name="csY0" fmla="*/ 0 h 1024103"/>
              <a:gd name="csX1" fmla="*/ 12191999 w 12191999"/>
              <a:gd name="csY1" fmla="*/ 0 h 1024103"/>
              <a:gd name="csX2" fmla="*/ 12191999 w 12191999"/>
              <a:gd name="csY2" fmla="*/ 1024103 h 1024103"/>
              <a:gd name="csX3" fmla="*/ 0 w 12191999"/>
              <a:gd name="csY3" fmla="*/ 1024103 h 1024103"/>
              <a:gd name="csX4" fmla="*/ 0 w 12191999"/>
              <a:gd name="csY4" fmla="*/ 0 h 10241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1999" h="1024103" fill="none" extrusionOk="0">
                <a:moveTo>
                  <a:pt x="0" y="0"/>
                </a:moveTo>
                <a:cubicBezTo>
                  <a:pt x="1738837" y="-134399"/>
                  <a:pt x="9069172" y="35115"/>
                  <a:pt x="12191999" y="0"/>
                </a:cubicBezTo>
                <a:cubicBezTo>
                  <a:pt x="12125088" y="169737"/>
                  <a:pt x="12116824" y="873557"/>
                  <a:pt x="12191999" y="1024103"/>
                </a:cubicBezTo>
                <a:cubicBezTo>
                  <a:pt x="10434791" y="1071191"/>
                  <a:pt x="3886878" y="1055160"/>
                  <a:pt x="0" y="1024103"/>
                </a:cubicBezTo>
                <a:cubicBezTo>
                  <a:pt x="-90597" y="645028"/>
                  <a:pt x="23231" y="300288"/>
                  <a:pt x="0" y="0"/>
                </a:cubicBezTo>
                <a:close/>
              </a:path>
              <a:path w="12191999" h="1024103" stroke="0" extrusionOk="0">
                <a:moveTo>
                  <a:pt x="0" y="0"/>
                </a:moveTo>
                <a:cubicBezTo>
                  <a:pt x="4375558" y="-93243"/>
                  <a:pt x="10474388" y="140887"/>
                  <a:pt x="12191999" y="0"/>
                </a:cubicBezTo>
                <a:cubicBezTo>
                  <a:pt x="12169476" y="229554"/>
                  <a:pt x="12153686" y="802901"/>
                  <a:pt x="12191999" y="1024103"/>
                </a:cubicBezTo>
                <a:cubicBezTo>
                  <a:pt x="8385613" y="908720"/>
                  <a:pt x="1470873" y="1012399"/>
                  <a:pt x="0" y="1024103"/>
                </a:cubicBezTo>
                <a:cubicBezTo>
                  <a:pt x="-30249" y="614167"/>
                  <a:pt x="-13478" y="181013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57123624">
                  <ask:type>
                    <ask:lineSketchCurve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r>
              <a:rPr lang="en-US" dirty="0">
                <a:latin typeface="Helvetica CondensedBlack" panose="020B0506000000000000" pitchFamily="34" charset="0"/>
              </a:rPr>
              <a:t>    Twitch Song Bump Calculator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C69736E-80BF-A7CE-50BB-7519B053A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486" y="2780683"/>
            <a:ext cx="6436797" cy="2294212"/>
          </a:xfrm>
          <a:custGeom>
            <a:avLst/>
            <a:gdLst>
              <a:gd name="csX0" fmla="*/ 0 w 6436797"/>
              <a:gd name="csY0" fmla="*/ 0 h 2294212"/>
              <a:gd name="csX1" fmla="*/ 6436797 w 6436797"/>
              <a:gd name="csY1" fmla="*/ 0 h 2294212"/>
              <a:gd name="csX2" fmla="*/ 6436797 w 6436797"/>
              <a:gd name="csY2" fmla="*/ 2294212 h 2294212"/>
              <a:gd name="csX3" fmla="*/ 0 w 6436797"/>
              <a:gd name="csY3" fmla="*/ 2294212 h 2294212"/>
              <a:gd name="csX4" fmla="*/ 0 w 6436797"/>
              <a:gd name="csY4" fmla="*/ 0 h 22942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436797" h="2294212" fill="none" extrusionOk="0">
                <a:moveTo>
                  <a:pt x="0" y="0"/>
                </a:moveTo>
                <a:cubicBezTo>
                  <a:pt x="2732178" y="-17812"/>
                  <a:pt x="5784759" y="122769"/>
                  <a:pt x="6436797" y="0"/>
                </a:cubicBezTo>
                <a:cubicBezTo>
                  <a:pt x="6306521" y="946531"/>
                  <a:pt x="6441356" y="1333215"/>
                  <a:pt x="6436797" y="2294212"/>
                </a:cubicBezTo>
                <a:cubicBezTo>
                  <a:pt x="4303140" y="2228812"/>
                  <a:pt x="2897046" y="2231603"/>
                  <a:pt x="0" y="2294212"/>
                </a:cubicBezTo>
                <a:cubicBezTo>
                  <a:pt x="-23695" y="1460130"/>
                  <a:pt x="109560" y="1073877"/>
                  <a:pt x="0" y="0"/>
                </a:cubicBezTo>
                <a:close/>
              </a:path>
              <a:path w="6436797" h="2294212" stroke="0" extrusionOk="0">
                <a:moveTo>
                  <a:pt x="0" y="0"/>
                </a:moveTo>
                <a:cubicBezTo>
                  <a:pt x="678783" y="-122612"/>
                  <a:pt x="3685383" y="124466"/>
                  <a:pt x="6436797" y="0"/>
                </a:cubicBezTo>
                <a:cubicBezTo>
                  <a:pt x="6302142" y="915510"/>
                  <a:pt x="6459191" y="1665331"/>
                  <a:pt x="6436797" y="2294212"/>
                </a:cubicBezTo>
                <a:cubicBezTo>
                  <a:pt x="4322854" y="2189089"/>
                  <a:pt x="1145994" y="2229965"/>
                  <a:pt x="0" y="2294212"/>
                </a:cubicBezTo>
                <a:cubicBezTo>
                  <a:pt x="-2121" y="1743296"/>
                  <a:pt x="98459" y="591569"/>
                  <a:pt x="0" y="0"/>
                </a:cubicBezTo>
                <a:close/>
              </a:path>
            </a:pathLst>
          </a:custGeom>
          <a:ln w="38100"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4280235615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86398C3-8066-287C-EF12-3A6940383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486" y="5967039"/>
            <a:ext cx="4475177" cy="788619"/>
          </a:xfrm>
          <a:custGeom>
            <a:avLst/>
            <a:gdLst>
              <a:gd name="csX0" fmla="*/ 0 w 4475177"/>
              <a:gd name="csY0" fmla="*/ 0 h 788619"/>
              <a:gd name="csX1" fmla="*/ 4475177 w 4475177"/>
              <a:gd name="csY1" fmla="*/ 0 h 788619"/>
              <a:gd name="csX2" fmla="*/ 4475177 w 4475177"/>
              <a:gd name="csY2" fmla="*/ 788619 h 788619"/>
              <a:gd name="csX3" fmla="*/ 0 w 4475177"/>
              <a:gd name="csY3" fmla="*/ 788619 h 788619"/>
              <a:gd name="csX4" fmla="*/ 0 w 4475177"/>
              <a:gd name="csY4" fmla="*/ 0 h 7886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75177" h="788619" fill="none" extrusionOk="0">
                <a:moveTo>
                  <a:pt x="0" y="0"/>
                </a:moveTo>
                <a:cubicBezTo>
                  <a:pt x="891019" y="139229"/>
                  <a:pt x="2661469" y="-144004"/>
                  <a:pt x="4475177" y="0"/>
                </a:cubicBezTo>
                <a:cubicBezTo>
                  <a:pt x="4539415" y="126477"/>
                  <a:pt x="4518734" y="489362"/>
                  <a:pt x="4475177" y="788619"/>
                </a:cubicBezTo>
                <a:cubicBezTo>
                  <a:pt x="2639264" y="749531"/>
                  <a:pt x="1903425" y="833754"/>
                  <a:pt x="0" y="788619"/>
                </a:cubicBezTo>
                <a:cubicBezTo>
                  <a:pt x="-35871" y="526863"/>
                  <a:pt x="62269" y="244502"/>
                  <a:pt x="0" y="0"/>
                </a:cubicBezTo>
                <a:close/>
              </a:path>
              <a:path w="4475177" h="788619" stroke="0" extrusionOk="0">
                <a:moveTo>
                  <a:pt x="0" y="0"/>
                </a:moveTo>
                <a:cubicBezTo>
                  <a:pt x="1681028" y="-25649"/>
                  <a:pt x="3358880" y="-69011"/>
                  <a:pt x="4475177" y="0"/>
                </a:cubicBezTo>
                <a:cubicBezTo>
                  <a:pt x="4455770" y="240676"/>
                  <a:pt x="4479210" y="693670"/>
                  <a:pt x="4475177" y="788619"/>
                </a:cubicBezTo>
                <a:cubicBezTo>
                  <a:pt x="2426906" y="681715"/>
                  <a:pt x="650704" y="776928"/>
                  <a:pt x="0" y="788619"/>
                </a:cubicBezTo>
                <a:cubicBezTo>
                  <a:pt x="-11897" y="403551"/>
                  <a:pt x="53423" y="366039"/>
                  <a:pt x="0" y="0"/>
                </a:cubicBezTo>
                <a:close/>
              </a:path>
            </a:pathLst>
          </a:custGeom>
          <a:ln w="38100"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6175038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pic>
        <p:nvPicPr>
          <p:cNvPr id="1026" name="Picture 2" descr="twitch logo png, twitch icon transparent png 18930493 PNG">
            <a:extLst>
              <a:ext uri="{FF2B5EF4-FFF2-40B4-BE49-F238E27FC236}">
                <a16:creationId xmlns:a16="http://schemas.microsoft.com/office/drawing/2014/main" id="{C6EAC351-27A1-E041-F5F7-F7614CB96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0483" y="-829966"/>
            <a:ext cx="3065586" cy="306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DBFE4F54-C51D-020D-1FE9-54AAE144BD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986" y="3697505"/>
            <a:ext cx="5455646" cy="1757451"/>
          </a:xfrm>
          <a:custGeom>
            <a:avLst/>
            <a:gdLst>
              <a:gd name="csX0" fmla="*/ 0 w 5455646"/>
              <a:gd name="csY0" fmla="*/ 0 h 1757451"/>
              <a:gd name="csX1" fmla="*/ 5455646 w 5455646"/>
              <a:gd name="csY1" fmla="*/ 0 h 1757451"/>
              <a:gd name="csX2" fmla="*/ 5455646 w 5455646"/>
              <a:gd name="csY2" fmla="*/ 1757451 h 1757451"/>
              <a:gd name="csX3" fmla="*/ 0 w 5455646"/>
              <a:gd name="csY3" fmla="*/ 1757451 h 1757451"/>
              <a:gd name="csX4" fmla="*/ 0 w 5455646"/>
              <a:gd name="csY4" fmla="*/ 0 h 1757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455646" h="1757451" fill="none" extrusionOk="0">
                <a:moveTo>
                  <a:pt x="0" y="0"/>
                </a:moveTo>
                <a:cubicBezTo>
                  <a:pt x="1299850" y="116980"/>
                  <a:pt x="3831261" y="63361"/>
                  <a:pt x="5455646" y="0"/>
                </a:cubicBezTo>
                <a:cubicBezTo>
                  <a:pt x="5559827" y="224140"/>
                  <a:pt x="5500056" y="1179791"/>
                  <a:pt x="5455646" y="1757451"/>
                </a:cubicBezTo>
                <a:cubicBezTo>
                  <a:pt x="4105626" y="1887061"/>
                  <a:pt x="1094385" y="1599710"/>
                  <a:pt x="0" y="1757451"/>
                </a:cubicBezTo>
                <a:cubicBezTo>
                  <a:pt x="-3852" y="1415777"/>
                  <a:pt x="100163" y="236563"/>
                  <a:pt x="0" y="0"/>
                </a:cubicBezTo>
                <a:close/>
              </a:path>
              <a:path w="5455646" h="1757451" stroke="0" extrusionOk="0">
                <a:moveTo>
                  <a:pt x="0" y="0"/>
                </a:moveTo>
                <a:cubicBezTo>
                  <a:pt x="1918446" y="-17079"/>
                  <a:pt x="3942070" y="-11948"/>
                  <a:pt x="5455646" y="0"/>
                </a:cubicBezTo>
                <a:cubicBezTo>
                  <a:pt x="5594018" y="523088"/>
                  <a:pt x="5534738" y="1343517"/>
                  <a:pt x="5455646" y="1757451"/>
                </a:cubicBezTo>
                <a:cubicBezTo>
                  <a:pt x="4306082" y="1924535"/>
                  <a:pt x="818015" y="1622177"/>
                  <a:pt x="0" y="1757451"/>
                </a:cubicBezTo>
                <a:cubicBezTo>
                  <a:pt x="-129660" y="1506483"/>
                  <a:pt x="-53322" y="368248"/>
                  <a:pt x="0" y="0"/>
                </a:cubicBezTo>
                <a:close/>
              </a:path>
            </a:pathLst>
          </a:custGeom>
          <a:ln w="38100"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42318860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541EE4-C3EE-8128-9A3B-3D21D2246B00}"/>
              </a:ext>
            </a:extLst>
          </p:cNvPr>
          <p:cNvSpPr txBox="1"/>
          <p:nvPr/>
        </p:nvSpPr>
        <p:spPr>
          <a:xfrm>
            <a:off x="3790990" y="1901902"/>
            <a:ext cx="8170836" cy="738664"/>
          </a:xfrm>
          <a:custGeom>
            <a:avLst/>
            <a:gdLst>
              <a:gd name="csX0" fmla="*/ 0 w 8170836"/>
              <a:gd name="csY0" fmla="*/ 0 h 738664"/>
              <a:gd name="csX1" fmla="*/ 8170836 w 8170836"/>
              <a:gd name="csY1" fmla="*/ 0 h 738664"/>
              <a:gd name="csX2" fmla="*/ 8170836 w 8170836"/>
              <a:gd name="csY2" fmla="*/ 738664 h 738664"/>
              <a:gd name="csX3" fmla="*/ 0 w 8170836"/>
              <a:gd name="csY3" fmla="*/ 738664 h 738664"/>
              <a:gd name="csX4" fmla="*/ 0 w 8170836"/>
              <a:gd name="csY4" fmla="*/ 0 h 7386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170836" h="738664" fill="none" extrusionOk="0">
                <a:moveTo>
                  <a:pt x="0" y="0"/>
                </a:moveTo>
                <a:cubicBezTo>
                  <a:pt x="1833500" y="-16648"/>
                  <a:pt x="6233463" y="79922"/>
                  <a:pt x="8170836" y="0"/>
                </a:cubicBezTo>
                <a:cubicBezTo>
                  <a:pt x="8142773" y="88042"/>
                  <a:pt x="8128786" y="503979"/>
                  <a:pt x="8170836" y="738664"/>
                </a:cubicBezTo>
                <a:cubicBezTo>
                  <a:pt x="6168601" y="771204"/>
                  <a:pt x="1648992" y="716599"/>
                  <a:pt x="0" y="738664"/>
                </a:cubicBezTo>
                <a:cubicBezTo>
                  <a:pt x="12851" y="664441"/>
                  <a:pt x="39153" y="130485"/>
                  <a:pt x="0" y="0"/>
                </a:cubicBezTo>
                <a:close/>
              </a:path>
              <a:path w="8170836" h="738664" stroke="0" extrusionOk="0">
                <a:moveTo>
                  <a:pt x="0" y="0"/>
                </a:moveTo>
                <a:cubicBezTo>
                  <a:pt x="2628922" y="29426"/>
                  <a:pt x="5279117" y="105933"/>
                  <a:pt x="8170836" y="0"/>
                </a:cubicBezTo>
                <a:cubicBezTo>
                  <a:pt x="8233120" y="315798"/>
                  <a:pt x="8198600" y="540257"/>
                  <a:pt x="8170836" y="738664"/>
                </a:cubicBezTo>
                <a:cubicBezTo>
                  <a:pt x="5069685" y="767256"/>
                  <a:pt x="3516858" y="900230"/>
                  <a:pt x="0" y="738664"/>
                </a:cubicBezTo>
                <a:cubicBezTo>
                  <a:pt x="32824" y="419085"/>
                  <a:pt x="-25288" y="15246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49965056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Condensed" panose="020B0606020202030204" pitchFamily="34" charset="0"/>
              </a:rPr>
              <a:t>Doing math during streams can be hectic.</a:t>
            </a:r>
          </a:p>
          <a:p>
            <a:pPr algn="ctr"/>
            <a:r>
              <a:rPr lang="en-US" sz="1400" dirty="0">
                <a:latin typeface="Helvetica Condensed" panose="020B0606020202030204" pitchFamily="34" charset="0"/>
              </a:rPr>
              <a:t>2 gifted subs, $5 </a:t>
            </a:r>
            <a:r>
              <a:rPr lang="en-US" sz="1400" dirty="0" err="1">
                <a:latin typeface="Helvetica Condensed" panose="020B0606020202030204" pitchFamily="34" charset="0"/>
              </a:rPr>
              <a:t>dono</a:t>
            </a:r>
            <a:r>
              <a:rPr lang="en-US" sz="1400" dirty="0">
                <a:latin typeface="Helvetica Condensed" panose="020B0606020202030204" pitchFamily="34" charset="0"/>
              </a:rPr>
              <a:t>, 500 bits, tier 2 or higher resub gets you a bumped song request, but how do you keep track who has donated what?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898A73-5319-1F0F-247C-A7C2555047F0}"/>
              </a:ext>
            </a:extLst>
          </p:cNvPr>
          <p:cNvCxnSpPr>
            <a:cxnSpLocks/>
          </p:cNvCxnSpPr>
          <p:nvPr/>
        </p:nvCxnSpPr>
        <p:spPr>
          <a:xfrm>
            <a:off x="9511553" y="3173506"/>
            <a:ext cx="1557500" cy="999871"/>
          </a:xfrm>
          <a:prstGeom prst="straightConnector1">
            <a:avLst/>
          </a:prstGeom>
          <a:ln w="76200">
            <a:solidFill>
              <a:srgbClr val="FFFF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72558EF-8BB5-18A8-16F0-F34576DAE579}"/>
              </a:ext>
            </a:extLst>
          </p:cNvPr>
          <p:cNvSpPr txBox="1"/>
          <p:nvPr/>
        </p:nvSpPr>
        <p:spPr>
          <a:xfrm>
            <a:off x="8671842" y="5606428"/>
            <a:ext cx="3277953" cy="954107"/>
          </a:xfrm>
          <a:custGeom>
            <a:avLst/>
            <a:gdLst>
              <a:gd name="csX0" fmla="*/ 0 w 3277953"/>
              <a:gd name="csY0" fmla="*/ 0 h 954107"/>
              <a:gd name="csX1" fmla="*/ 3277953 w 3277953"/>
              <a:gd name="csY1" fmla="*/ 0 h 954107"/>
              <a:gd name="csX2" fmla="*/ 3277953 w 3277953"/>
              <a:gd name="csY2" fmla="*/ 954107 h 954107"/>
              <a:gd name="csX3" fmla="*/ 0 w 3277953"/>
              <a:gd name="csY3" fmla="*/ 954107 h 954107"/>
              <a:gd name="csX4" fmla="*/ 0 w 3277953"/>
              <a:gd name="csY4" fmla="*/ 0 h 9541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277953" h="954107" fill="none" extrusionOk="0">
                <a:moveTo>
                  <a:pt x="0" y="0"/>
                </a:moveTo>
                <a:cubicBezTo>
                  <a:pt x="1495261" y="89766"/>
                  <a:pt x="2156525" y="-62432"/>
                  <a:pt x="3277953" y="0"/>
                </a:cubicBezTo>
                <a:cubicBezTo>
                  <a:pt x="3270043" y="112676"/>
                  <a:pt x="3272565" y="691605"/>
                  <a:pt x="3277953" y="954107"/>
                </a:cubicBezTo>
                <a:cubicBezTo>
                  <a:pt x="2638196" y="994261"/>
                  <a:pt x="1134732" y="936478"/>
                  <a:pt x="0" y="954107"/>
                </a:cubicBezTo>
                <a:cubicBezTo>
                  <a:pt x="-71555" y="824191"/>
                  <a:pt x="-17521" y="181255"/>
                  <a:pt x="0" y="0"/>
                </a:cubicBezTo>
                <a:close/>
              </a:path>
              <a:path w="3277953" h="954107" stroke="0" extrusionOk="0">
                <a:moveTo>
                  <a:pt x="0" y="0"/>
                </a:moveTo>
                <a:cubicBezTo>
                  <a:pt x="1293015" y="130759"/>
                  <a:pt x="2332228" y="125783"/>
                  <a:pt x="3277953" y="0"/>
                </a:cubicBezTo>
                <a:cubicBezTo>
                  <a:pt x="3267109" y="314408"/>
                  <a:pt x="3250514" y="621147"/>
                  <a:pt x="3277953" y="954107"/>
                </a:cubicBezTo>
                <a:cubicBezTo>
                  <a:pt x="2862258" y="965739"/>
                  <a:pt x="1518085" y="930595"/>
                  <a:pt x="0" y="954107"/>
                </a:cubicBezTo>
                <a:cubicBezTo>
                  <a:pt x="999" y="746173"/>
                  <a:pt x="57332" y="42275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426647183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Condensed" panose="020B0606020202030204" pitchFamily="34" charset="0"/>
              </a:rPr>
              <a:t>Adds it all up, sorts by largest, lets you know if it meets the priority threshold,  and gives you output to copy into the streamer </a:t>
            </a:r>
            <a:r>
              <a:rPr lang="en-US" sz="1400" dirty="0" err="1">
                <a:latin typeface="Helvetica Condensed" panose="020B0606020202030204" pitchFamily="34" charset="0"/>
              </a:rPr>
              <a:t>songlist</a:t>
            </a:r>
            <a:r>
              <a:rPr lang="en-US" sz="1400" dirty="0">
                <a:latin typeface="Helvetica Condensed" panose="020B0606020202030204" pitchFamily="34" charset="0"/>
              </a:rPr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00D087-BA79-60D7-16E4-BA4E47068822}"/>
              </a:ext>
            </a:extLst>
          </p:cNvPr>
          <p:cNvSpPr txBox="1"/>
          <p:nvPr/>
        </p:nvSpPr>
        <p:spPr>
          <a:xfrm>
            <a:off x="3790990" y="5513634"/>
            <a:ext cx="3277953" cy="307777"/>
          </a:xfrm>
          <a:custGeom>
            <a:avLst/>
            <a:gdLst>
              <a:gd name="csX0" fmla="*/ 0 w 3277953"/>
              <a:gd name="csY0" fmla="*/ 0 h 307777"/>
              <a:gd name="csX1" fmla="*/ 3277953 w 3277953"/>
              <a:gd name="csY1" fmla="*/ 0 h 307777"/>
              <a:gd name="csX2" fmla="*/ 3277953 w 3277953"/>
              <a:gd name="csY2" fmla="*/ 307777 h 307777"/>
              <a:gd name="csX3" fmla="*/ 0 w 3277953"/>
              <a:gd name="csY3" fmla="*/ 307777 h 307777"/>
              <a:gd name="csX4" fmla="*/ 0 w 3277953"/>
              <a:gd name="csY4" fmla="*/ 0 h 3077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277953" h="307777" fill="none" extrusionOk="0">
                <a:moveTo>
                  <a:pt x="0" y="0"/>
                </a:moveTo>
                <a:cubicBezTo>
                  <a:pt x="715682" y="-16648"/>
                  <a:pt x="2286286" y="79922"/>
                  <a:pt x="3277953" y="0"/>
                </a:cubicBezTo>
                <a:cubicBezTo>
                  <a:pt x="3304088" y="44403"/>
                  <a:pt x="3289016" y="248146"/>
                  <a:pt x="3277953" y="307777"/>
                </a:cubicBezTo>
                <a:cubicBezTo>
                  <a:pt x="1885795" y="340317"/>
                  <a:pt x="983693" y="285712"/>
                  <a:pt x="0" y="307777"/>
                </a:cubicBezTo>
                <a:cubicBezTo>
                  <a:pt x="14655" y="160505"/>
                  <a:pt x="20044" y="134012"/>
                  <a:pt x="0" y="0"/>
                </a:cubicBezTo>
                <a:close/>
              </a:path>
              <a:path w="3277953" h="307777" stroke="0" extrusionOk="0">
                <a:moveTo>
                  <a:pt x="0" y="0"/>
                </a:moveTo>
                <a:cubicBezTo>
                  <a:pt x="1489016" y="29426"/>
                  <a:pt x="2566162" y="105933"/>
                  <a:pt x="3277953" y="0"/>
                </a:cubicBezTo>
                <a:cubicBezTo>
                  <a:pt x="3279484" y="75707"/>
                  <a:pt x="3300515" y="256495"/>
                  <a:pt x="3277953" y="307777"/>
                </a:cubicBezTo>
                <a:cubicBezTo>
                  <a:pt x="2619695" y="336369"/>
                  <a:pt x="1092155" y="469343"/>
                  <a:pt x="0" y="307777"/>
                </a:cubicBezTo>
                <a:cubicBezTo>
                  <a:pt x="1567" y="262689"/>
                  <a:pt x="-20456" y="116506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49965056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Condensed" panose="020B0606020202030204" pitchFamily="34" charset="0"/>
              </a:rPr>
              <a:t>Can easily add/edit users and amounts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8502CA3-8D96-C4FB-DF1E-89AC434F4E8D}"/>
              </a:ext>
            </a:extLst>
          </p:cNvPr>
          <p:cNvSpPr txBox="1">
            <a:spLocks/>
          </p:cNvSpPr>
          <p:nvPr/>
        </p:nvSpPr>
        <p:spPr>
          <a:xfrm>
            <a:off x="3790990" y="1299103"/>
            <a:ext cx="8170836" cy="508006"/>
          </a:xfrm>
          <a:custGeom>
            <a:avLst/>
            <a:gdLst>
              <a:gd name="csX0" fmla="*/ 0 w 8170836"/>
              <a:gd name="csY0" fmla="*/ 0 h 508006"/>
              <a:gd name="csX1" fmla="*/ 8170836 w 8170836"/>
              <a:gd name="csY1" fmla="*/ 0 h 508006"/>
              <a:gd name="csX2" fmla="*/ 8170836 w 8170836"/>
              <a:gd name="csY2" fmla="*/ 508006 h 508006"/>
              <a:gd name="csX3" fmla="*/ 0 w 8170836"/>
              <a:gd name="csY3" fmla="*/ 508006 h 508006"/>
              <a:gd name="csX4" fmla="*/ 0 w 8170836"/>
              <a:gd name="csY4" fmla="*/ 0 h 5080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170836" h="508006" fill="none" extrusionOk="0">
                <a:moveTo>
                  <a:pt x="0" y="0"/>
                </a:moveTo>
                <a:cubicBezTo>
                  <a:pt x="1428549" y="-39607"/>
                  <a:pt x="4618085" y="125691"/>
                  <a:pt x="8170836" y="0"/>
                </a:cubicBezTo>
                <a:cubicBezTo>
                  <a:pt x="8166744" y="252065"/>
                  <a:pt x="8161517" y="261478"/>
                  <a:pt x="8170836" y="508006"/>
                </a:cubicBezTo>
                <a:cubicBezTo>
                  <a:pt x="5891284" y="455842"/>
                  <a:pt x="2960418" y="365612"/>
                  <a:pt x="0" y="508006"/>
                </a:cubicBezTo>
                <a:cubicBezTo>
                  <a:pt x="-8931" y="403417"/>
                  <a:pt x="43104" y="187489"/>
                  <a:pt x="0" y="0"/>
                </a:cubicBezTo>
                <a:close/>
              </a:path>
              <a:path w="8170836" h="508006" stroke="0" extrusionOk="0">
                <a:moveTo>
                  <a:pt x="0" y="0"/>
                </a:moveTo>
                <a:cubicBezTo>
                  <a:pt x="2576934" y="57107"/>
                  <a:pt x="6373166" y="58503"/>
                  <a:pt x="8170836" y="0"/>
                </a:cubicBezTo>
                <a:cubicBezTo>
                  <a:pt x="8198482" y="54756"/>
                  <a:pt x="8205336" y="435066"/>
                  <a:pt x="8170836" y="508006"/>
                </a:cubicBezTo>
                <a:cubicBezTo>
                  <a:pt x="6310847" y="344566"/>
                  <a:pt x="3265802" y="397286"/>
                  <a:pt x="0" y="508006"/>
                </a:cubicBezTo>
                <a:cubicBezTo>
                  <a:pt x="-41273" y="314620"/>
                  <a:pt x="15272" y="23373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2920528268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Helvetica Rounded Condensed" pitchFamily="50" charset="0"/>
              </a:rPr>
              <a:t>Your helpful buddy during raid trains – Made by Abby Chesnut</a:t>
            </a:r>
          </a:p>
        </p:txBody>
      </p:sp>
    </p:spTree>
    <p:extLst>
      <p:ext uri="{BB962C8B-B14F-4D97-AF65-F5344CB8AC3E}">
        <p14:creationId xmlns:p14="http://schemas.microsoft.com/office/powerpoint/2010/main" val="376260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96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Helvetica Condensed</vt:lpstr>
      <vt:lpstr>Helvetica CondensedBlack</vt:lpstr>
      <vt:lpstr>Helvetica Rounded Condensed</vt:lpstr>
      <vt:lpstr>Office Theme</vt:lpstr>
      <vt:lpstr>    Twitch Song Bump Calculator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Abby Chesnut</dc:creator>
  <cp:lastModifiedBy>Abby Chesnut</cp:lastModifiedBy>
  <cp:revision>2</cp:revision>
  <dcterms:created xsi:type="dcterms:W3CDTF">2025-11-30T22:57:41Z</dcterms:created>
  <dcterms:modified xsi:type="dcterms:W3CDTF">2025-12-02T03:41:27Z</dcterms:modified>
</cp:coreProperties>
</file>